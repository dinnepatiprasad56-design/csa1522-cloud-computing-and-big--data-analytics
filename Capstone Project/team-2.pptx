
<file path=[Content_Types].xml><?xml version="1.0" encoding="utf-8"?>
<Types xmlns="http://schemas.openxmlformats.org/package/2006/content-types">
  <Default Extension="DqsXorjwyFVh8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  <p:sldMasterId id="2147483768" r:id="rId2"/>
  </p:sldMasterIdLst>
  <p:notesMasterIdLst>
    <p:notesMasterId r:id="rId24"/>
  </p:notesMasterIdLst>
  <p:sldIdLst>
    <p:sldId id="289" r:id="rId3"/>
    <p:sldId id="301" r:id="rId4"/>
    <p:sldId id="302" r:id="rId5"/>
    <p:sldId id="257" r:id="rId6"/>
    <p:sldId id="290" r:id="rId7"/>
    <p:sldId id="259" r:id="rId8"/>
    <p:sldId id="294" r:id="rId9"/>
    <p:sldId id="295" r:id="rId10"/>
    <p:sldId id="296" r:id="rId11"/>
    <p:sldId id="260" r:id="rId12"/>
    <p:sldId id="291" r:id="rId13"/>
    <p:sldId id="292" r:id="rId14"/>
    <p:sldId id="264" r:id="rId15"/>
    <p:sldId id="297" r:id="rId16"/>
    <p:sldId id="298" r:id="rId17"/>
    <p:sldId id="261" r:id="rId18"/>
    <p:sldId id="299" r:id="rId19"/>
    <p:sldId id="300" r:id="rId20"/>
    <p:sldId id="265" r:id="rId21"/>
    <p:sldId id="267" r:id="rId22"/>
    <p:sldId id="293" r:id="rId2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6D5EA-664B-487D-90F3-62B9ADD7F4F0}" v="4" dt="2026-07-28T17:47:24.586"/>
    <p1510:client id="{FB5DA1E7-3273-4638-973A-523459916C98}" v="27" dt="2026-07-29T04:35:50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94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0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9769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7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1043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698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979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253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758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815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158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96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980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878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088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71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933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364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51339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4926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50296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729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00577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9548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29514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94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8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0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6.DqsXorjwyFVh8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exels.com/photo/thank-you-heart-text-791024/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Streaming-Based Real-Time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Analytics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6239022" y="3672812"/>
            <a:ext cx="2637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student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Manobhi Ram(192311322)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Sindhu prasad(192311271)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kasif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(192424214)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List Of Content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631287" y="1070200"/>
            <a:ext cx="7881425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/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B4457-7CE3-FDB4-78DF-97188C7178FE}"/>
              </a:ext>
            </a:extLst>
          </p:cNvPr>
          <p:cNvSpPr txBox="1"/>
          <p:nvPr/>
        </p:nvSpPr>
        <p:spPr>
          <a:xfrm>
            <a:off x="4024316" y="1084581"/>
            <a:ext cx="481041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Cloud-Based Data Acquisition and Storage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Weather Data Analysis and Trend Detection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Cloud-Based Recommendation and Monitoring System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/ Techniques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25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List Of Content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631287" y="1070200"/>
            <a:ext cx="7881425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India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394785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631287" y="1070200"/>
            <a:ext cx="7881425" cy="3787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 and climate monitoring require the continuous processing of large volumes of weather data generated from sensors, weather stations, satellites, and IoT devices.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face challenges in handling high-speed data streams efficiently.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enables real-time processing of weather information using distributed computing, allowing quick analysis of temperature, humidity, rainfall, wind speed, and atmospheric pressure for accurate forecasting and decision-making.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083210"/>
            <a:ext cx="82296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monitoring supports agriculture, disaster management, transportation, and environmental studies.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Hadoop Streaming and MapReduce to process weather data from multiple sources.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temperature, humidity, rainfall, wind speed, and atmospheric pressure.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weather trends and abnormal climatic conditions.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 and parallel processing provide scalable, reliable, and efficient analytics.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real-time insights for smart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CE05-AD0A-7F29-5B95-27F8F5F0C517}"/>
              </a:ext>
            </a:extLst>
          </p:cNvPr>
          <p:cNvSpPr txBox="1"/>
          <p:nvPr/>
        </p:nvSpPr>
        <p:spPr>
          <a:xfrm>
            <a:off x="153170" y="564059"/>
            <a:ext cx="5358455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Hadoop-based weather analytics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weather data using Hadoop Streaming.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weather parameters in real time.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large-scale weather datasets efficiently.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weather trends and reports.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forecasting accuracy using distributed computing.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7BF12-C758-7089-4176-1C0365452B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795" b="-938"/>
          <a:stretch>
            <a:fillRect/>
          </a:stretch>
        </p:blipFill>
        <p:spPr>
          <a:xfrm>
            <a:off x="5585577" y="1545476"/>
            <a:ext cx="3438847" cy="2654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Literature Review / Background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DED561-3E58-294B-C529-E27516CE0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49147"/>
              </p:ext>
            </p:extLst>
          </p:nvPr>
        </p:nvGraphicFramePr>
        <p:xfrm>
          <a:off x="628650" y="1595279"/>
          <a:ext cx="7886700" cy="281178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39246216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579290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Study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25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V.K. Jain (2017)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 and Big Data enable efficient processing of large datasets.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87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Hadoop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 provides distributed and fault-tolerant data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Research Studies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MapReduce supports large-scale distributed data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17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Research Studies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 can be applied to distributed computing and weather-data analytics.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6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Weather Analytics Research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parameters can be analyzed to identify climatic patterns and trends.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779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100" name="Stage1"/>
          <p:cNvSpPr/>
          <p:nvPr/>
        </p:nvSpPr>
        <p:spPr>
          <a:xfrm>
            <a:off x="350000" y="130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Sensors / APIs</a:t>
            </a:r>
          </a:p>
        </p:txBody>
      </p:sp>
      <p:sp>
        <p:nvSpPr>
          <p:cNvPr id="101" name="Arrow1"/>
          <p:cNvSpPr/>
          <p:nvPr/>
        </p:nvSpPr>
        <p:spPr>
          <a:xfrm>
            <a:off x="1945000" y="163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age2"/>
          <p:cNvSpPr/>
          <p:nvPr/>
        </p:nvSpPr>
        <p:spPr>
          <a:xfrm>
            <a:off x="350000" y="171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103" name="Arrow2"/>
          <p:cNvSpPr/>
          <p:nvPr/>
        </p:nvSpPr>
        <p:spPr>
          <a:xfrm>
            <a:off x="1945000" y="204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tage3"/>
          <p:cNvSpPr/>
          <p:nvPr/>
        </p:nvSpPr>
        <p:spPr>
          <a:xfrm>
            <a:off x="350000" y="212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&amp; Preprocessing</a:t>
            </a:r>
          </a:p>
        </p:txBody>
      </p:sp>
      <p:sp>
        <p:nvSpPr>
          <p:cNvPr id="105" name="Arrow3"/>
          <p:cNvSpPr/>
          <p:nvPr/>
        </p:nvSpPr>
        <p:spPr>
          <a:xfrm>
            <a:off x="1945000" y="245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age4"/>
          <p:cNvSpPr/>
          <p:nvPr/>
        </p:nvSpPr>
        <p:spPr>
          <a:xfrm>
            <a:off x="350000" y="253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Storage</a:t>
            </a:r>
          </a:p>
        </p:txBody>
      </p:sp>
      <p:sp>
        <p:nvSpPr>
          <p:cNvPr id="107" name="Arrow4"/>
          <p:cNvSpPr/>
          <p:nvPr/>
        </p:nvSpPr>
        <p:spPr>
          <a:xfrm>
            <a:off x="1945000" y="286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Stage5"/>
          <p:cNvSpPr/>
          <p:nvPr/>
        </p:nvSpPr>
        <p:spPr>
          <a:xfrm>
            <a:off x="350000" y="294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Mapper</a:t>
            </a:r>
          </a:p>
        </p:txBody>
      </p:sp>
      <p:sp>
        <p:nvSpPr>
          <p:cNvPr id="109" name="Arrow5"/>
          <p:cNvSpPr/>
          <p:nvPr/>
        </p:nvSpPr>
        <p:spPr>
          <a:xfrm>
            <a:off x="1945000" y="327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tage6"/>
          <p:cNvSpPr/>
          <p:nvPr/>
        </p:nvSpPr>
        <p:spPr>
          <a:xfrm>
            <a:off x="350000" y="335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Shuffle &amp; Sort</a:t>
            </a:r>
          </a:p>
        </p:txBody>
      </p:sp>
      <p:sp>
        <p:nvSpPr>
          <p:cNvPr id="111" name="Arrow6"/>
          <p:cNvSpPr/>
          <p:nvPr/>
        </p:nvSpPr>
        <p:spPr>
          <a:xfrm>
            <a:off x="1945000" y="368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age7"/>
          <p:cNvSpPr/>
          <p:nvPr/>
        </p:nvSpPr>
        <p:spPr>
          <a:xfrm>
            <a:off x="350000" y="376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Reducer</a:t>
            </a:r>
          </a:p>
        </p:txBody>
      </p:sp>
      <p:sp>
        <p:nvSpPr>
          <p:cNvPr id="113" name="Arrow7"/>
          <p:cNvSpPr/>
          <p:nvPr/>
        </p:nvSpPr>
        <p:spPr>
          <a:xfrm>
            <a:off x="1945000" y="409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tage8"/>
          <p:cNvSpPr/>
          <p:nvPr/>
        </p:nvSpPr>
        <p:spPr>
          <a:xfrm>
            <a:off x="350000" y="417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Analytics</a:t>
            </a:r>
          </a:p>
        </p:txBody>
      </p:sp>
      <p:sp>
        <p:nvSpPr>
          <p:cNvPr id="115" name="Arrow8"/>
          <p:cNvSpPr/>
          <p:nvPr/>
        </p:nvSpPr>
        <p:spPr>
          <a:xfrm>
            <a:off x="1945000" y="450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tage9"/>
          <p:cNvSpPr/>
          <p:nvPr/>
        </p:nvSpPr>
        <p:spPr>
          <a:xfrm>
            <a:off x="350000" y="458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/ Dashboard / Alerts</a:t>
            </a:r>
          </a:p>
        </p:txBody>
      </p:sp>
      <p:sp>
        <p:nvSpPr>
          <p:cNvPr id="200" name="KeyStagesBox"/>
          <p:cNvSpPr txBox="1"/>
          <p:nvPr/>
        </p:nvSpPr>
        <p:spPr>
          <a:xfrm>
            <a:off x="4100000" y="1300000"/>
            <a:ext cx="4650000" cy="3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Processing Stages: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</a:p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100" name="Arch1"/>
          <p:cNvSpPr/>
          <p:nvPr/>
        </p:nvSpPr>
        <p:spPr>
          <a:xfrm>
            <a:off x="350000" y="130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Sensors / APIs</a:t>
            </a:r>
          </a:p>
        </p:txBody>
      </p:sp>
      <p:sp>
        <p:nvSpPr>
          <p:cNvPr id="101" name="ArchArrow1"/>
          <p:cNvSpPr/>
          <p:nvPr/>
        </p:nvSpPr>
        <p:spPr>
          <a:xfrm>
            <a:off x="2020000" y="178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rch2"/>
          <p:cNvSpPr/>
          <p:nvPr/>
        </p:nvSpPr>
        <p:spPr>
          <a:xfrm>
            <a:off x="350000" y="189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Layer</a:t>
            </a:r>
          </a:p>
        </p:txBody>
      </p:sp>
      <p:sp>
        <p:nvSpPr>
          <p:cNvPr id="103" name="ArchArrow2"/>
          <p:cNvSpPr/>
          <p:nvPr/>
        </p:nvSpPr>
        <p:spPr>
          <a:xfrm>
            <a:off x="2020000" y="237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Arch3"/>
          <p:cNvSpPr/>
          <p:nvPr/>
        </p:nvSpPr>
        <p:spPr>
          <a:xfrm>
            <a:off x="350000" y="248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Distributed Storage</a:t>
            </a:r>
          </a:p>
        </p:txBody>
      </p:sp>
      <p:sp>
        <p:nvSpPr>
          <p:cNvPr id="105" name="ArchArrow3"/>
          <p:cNvSpPr/>
          <p:nvPr/>
        </p:nvSpPr>
        <p:spPr>
          <a:xfrm>
            <a:off x="2020000" y="296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rch4"/>
          <p:cNvSpPr/>
          <p:nvPr/>
        </p:nvSpPr>
        <p:spPr>
          <a:xfrm>
            <a:off x="350000" y="3070000"/>
            <a:ext cx="3600000" cy="48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Streaming: Mapper → Shuffle &amp; Sort → Reducer</a:t>
            </a:r>
          </a:p>
        </p:txBody>
      </p:sp>
      <p:sp>
        <p:nvSpPr>
          <p:cNvPr id="107" name="ArchArrow4"/>
          <p:cNvSpPr/>
          <p:nvPr/>
        </p:nvSpPr>
        <p:spPr>
          <a:xfrm>
            <a:off x="2020000" y="355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Arch5"/>
          <p:cNvSpPr/>
          <p:nvPr/>
        </p:nvSpPr>
        <p:spPr>
          <a:xfrm>
            <a:off x="350000" y="366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Analytics</a:t>
            </a:r>
          </a:p>
        </p:txBody>
      </p:sp>
      <p:sp>
        <p:nvSpPr>
          <p:cNvPr id="109" name="ArchArrow5"/>
          <p:cNvSpPr/>
          <p:nvPr/>
        </p:nvSpPr>
        <p:spPr>
          <a:xfrm>
            <a:off x="2020000" y="414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Arch6"/>
          <p:cNvSpPr/>
          <p:nvPr/>
        </p:nvSpPr>
        <p:spPr>
          <a:xfrm>
            <a:off x="350000" y="425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/ Reports / Alerts</a:t>
            </a:r>
          </a:p>
        </p:txBody>
      </p:sp>
      <p:sp>
        <p:nvSpPr>
          <p:cNvPr id="200" name="TechBox"/>
          <p:cNvSpPr txBox="1"/>
          <p:nvPr/>
        </p:nvSpPr>
        <p:spPr>
          <a:xfrm>
            <a:off x="4300000" y="1300000"/>
            <a:ext cx="4450000" cy="3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Technologies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HDFS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Cloud-Based Data Acquisition and Storage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(°C)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(%)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(mm)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 (km/h)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Pressure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weather data from sensors/API.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preprocess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HDFS.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historical weather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D592F-4800-71E4-09A0-BBA9012142EA}"/>
              </a:ext>
            </a:extLst>
          </p:cNvPr>
          <p:cNvSpPr txBox="1"/>
          <p:nvPr/>
        </p:nvSpPr>
        <p:spPr>
          <a:xfrm>
            <a:off x="4572000" y="1479919"/>
            <a:ext cx="3530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weather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data availability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weather repositor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handhoop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Used: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Weather Data Analysis and Trend Detection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1" y="1389784"/>
            <a:ext cx="3467685" cy="36329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weather data from HDFS.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Mapper using Hadoop Streaming.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results using Reducer.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weather trends. 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9D280-32C2-97B9-D700-4BF9BB40AFF5}"/>
              </a:ext>
            </a:extLst>
          </p:cNvPr>
          <p:cNvSpPr txBox="1"/>
          <p:nvPr/>
        </p:nvSpPr>
        <p:spPr>
          <a:xfrm>
            <a:off x="4470009" y="1389784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Statistics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Trend Report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</p:txBody>
      </p:sp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Cloud-Based Recommendation and Monitoring System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355209" y="1361049"/>
            <a:ext cx="452979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analyzed weather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weather continuously.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graphical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weather alerts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Trends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18C4D-9275-8C27-4436-8041E4BE4387}"/>
              </a:ext>
            </a:extLst>
          </p:cNvPr>
          <p:cNvSpPr txBox="1"/>
          <p:nvPr/>
        </p:nvSpPr>
        <p:spPr>
          <a:xfrm>
            <a:off x="5528602" y="1494362"/>
            <a:ext cx="39811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Handhoop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</a:t>
            </a:r>
          </a:p>
        </p:txBody>
      </p:sp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695038" y="1146516"/>
            <a:ext cx="7546754" cy="3770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HDFS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File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2319195" y="542206"/>
            <a:ext cx="450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70750-0931-80B9-432A-01EEB3E307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851"/>
          <a:stretch>
            <a:fillRect/>
          </a:stretch>
        </p:blipFill>
        <p:spPr>
          <a:xfrm>
            <a:off x="3940790" y="1211580"/>
            <a:ext cx="4414637" cy="36252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weather data from sensors/APIs.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preprocess weather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datasets to HDFS.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Mapper and Reducer scripts.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D592F-4800-71E4-09A0-BBA9012142EA}"/>
              </a:ext>
            </a:extLst>
          </p:cNvPr>
          <p:cNvSpPr txBox="1"/>
          <p:nvPr/>
        </p:nvSpPr>
        <p:spPr>
          <a:xfrm>
            <a:off x="4572000" y="1479919"/>
            <a:ext cx="3530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&amp;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Hadoop Streaming jobs.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temperature, rainfall, humidity and other weather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visualizations.</a:t>
            </a:r>
          </a:p>
        </p:txBody>
      </p:sp>
      <p:sp>
        <p:nvSpPr>
          <p:cNvPr id="201" name="CodeBox"/>
          <p:cNvSpPr txBox="1"/>
          <p:nvPr/>
        </p:nvSpPr>
        <p:spPr>
          <a:xfrm>
            <a:off x="350000" y="4620000"/>
            <a:ext cx="8400000" cy="380000"/>
          </a:xfrm>
          <a:prstGeom prst="rect">
            <a:avLst/>
          </a:prstGeom>
          <a:solidFill>
            <a:srgbClr val="F2F2F2"/>
          </a:solidFill>
          <a:ln w="9525">
            <a:solidFill>
              <a:srgbClr val="808080"/>
            </a:solidFill>
          </a:ln>
        </p:spPr>
        <p:txBody>
          <a:bodyPr wrap="square" lIns="91440" tIns="27432" rIns="91440" bIns="27432" anchor="ctr">
            <a:normAutofit fontScale="97500"/>
          </a:bodyPr>
          <a:lstStyle/>
          <a:p>
            <a:pPr>
              <a:buNone/>
            </a:pPr>
            <a:r>
              <a:rPr lang="en-US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Hadoop Streaming command (illustrative syntax):</a:t>
            </a:r>
          </a:p>
          <a:p>
            <a:pPr>
              <a:buNone/>
            </a:pPr>
            <a:r>
              <a:rPr lang="en-US" sz="950" dirty="0">
                <a:latin typeface="Courier New" panose="02070309020205020404" pitchFamily="49" charset="0"/>
                <a:cs typeface="Courier New" panose="02070309020205020404" pitchFamily="49" charset="0"/>
              </a:rPr>
              <a:t>hadoop jar hadoop-streaming.jar -input /weather/input -output /weather/output -mapper mapper.py -reducer reducer.py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trend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provides scalable weather-data analysis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00" name="Card300"/>
          <p:cNvSpPr/>
          <p:nvPr/>
        </p:nvSpPr>
        <p:spPr>
          <a:xfrm>
            <a:off x="4550000" y="150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Trends</a:t>
            </a:r>
          </a:p>
        </p:txBody>
      </p:sp>
      <p:sp>
        <p:nvSpPr>
          <p:cNvPr id="301" name="Card301"/>
          <p:cNvSpPr/>
          <p:nvPr/>
        </p:nvSpPr>
        <p:spPr>
          <a:xfrm>
            <a:off x="6870000" y="150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Reports</a:t>
            </a:r>
          </a:p>
        </p:txBody>
      </p:sp>
      <p:sp>
        <p:nvSpPr>
          <p:cNvPr id="302" name="Card302"/>
          <p:cNvSpPr/>
          <p:nvPr/>
        </p:nvSpPr>
        <p:spPr>
          <a:xfrm>
            <a:off x="4550000" y="262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Analysis</a:t>
            </a:r>
          </a:p>
        </p:txBody>
      </p:sp>
      <p:sp>
        <p:nvSpPr>
          <p:cNvPr id="303" name="Card303"/>
          <p:cNvSpPr/>
          <p:nvPr/>
        </p:nvSpPr>
        <p:spPr>
          <a:xfrm>
            <a:off x="6870000" y="262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Alerts</a:t>
            </a:r>
          </a:p>
        </p:txBody>
      </p:sp>
      <p:sp>
        <p:nvSpPr>
          <p:cNvPr id="399" name="Caption"/>
          <p:cNvSpPr txBox="1"/>
          <p:nvPr/>
        </p:nvSpPr>
        <p:spPr>
          <a:xfrm>
            <a:off x="4550000" y="3800000"/>
            <a:ext cx="442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report categories — conceptual, not based on measured project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India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45481" y="1198180"/>
            <a:ext cx="3566509" cy="4081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will this help India?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weather forecasting accuracy.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precision agriculture.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flood and cyclone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disaster management authorities.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 city applications. 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1E463-8AA4-0EF2-E916-C81D5C89F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247" y="1336917"/>
            <a:ext cx="4122473" cy="32012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Challenges &amp; Limitations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392700"/>
            <a:ext cx="82296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continuous, high-volume weather data from multiple sensors and APIs.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preprocessing to remove noisy or missing sensor readings.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configuration and management across the Hadoop cluster.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datasets efficiently within acceptable time limits.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reliable, fault-tolerant HDFS storage as data volumes grow.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requirements demanding low-latency ingestion and analysis.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the availability and quality of external weather data sources.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live weather APIs and IoT sensors.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real-time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Machine-learning-based weather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graphical dashboards.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D592F-4800-71E4-09A0-BBA9012142EA}"/>
              </a:ext>
            </a:extLst>
          </p:cNvPr>
          <p:cNvSpPr txBox="1"/>
          <p:nvPr/>
        </p:nvSpPr>
        <p:spPr>
          <a:xfrm>
            <a:off x="4572000" y="1479919"/>
            <a:ext cx="3530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weather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agriculture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Flood, cyclone and extreme-weather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Cloud-scale deployment for larger datasets.</a:t>
            </a:r>
          </a:p>
        </p:txBody>
      </p:sp>
      <p:sp>
        <p:nvSpPr>
          <p:cNvPr id="400" name="Road400"/>
          <p:cNvSpPr/>
          <p:nvPr/>
        </p:nvSpPr>
        <p:spPr>
          <a:xfrm>
            <a:off x="350000" y="4550000"/>
            <a:ext cx="2450000" cy="4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</a:t>
            </a:r>
          </a:p>
        </p:txBody>
      </p:sp>
      <p:sp>
        <p:nvSpPr>
          <p:cNvPr id="401" name="RoadArrow401"/>
          <p:cNvSpPr/>
          <p:nvPr/>
        </p:nvSpPr>
        <p:spPr>
          <a:xfrm>
            <a:off x="2800000" y="4690000"/>
            <a:ext cx="180000" cy="14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2" name="Road402"/>
          <p:cNvSpPr/>
          <p:nvPr/>
        </p:nvSpPr>
        <p:spPr>
          <a:xfrm>
            <a:off x="2980000" y="4550000"/>
            <a:ext cx="2450000" cy="4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Near-Term Enhancements</a:t>
            </a:r>
          </a:p>
        </p:txBody>
      </p:sp>
      <p:sp>
        <p:nvSpPr>
          <p:cNvPr id="403" name="RoadArrow403"/>
          <p:cNvSpPr/>
          <p:nvPr/>
        </p:nvSpPr>
        <p:spPr>
          <a:xfrm>
            <a:off x="5430000" y="4690000"/>
            <a:ext cx="180000" cy="14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4" name="Road404"/>
          <p:cNvSpPr/>
          <p:nvPr/>
        </p:nvSpPr>
        <p:spPr>
          <a:xfrm>
            <a:off x="5610000" y="4550000"/>
            <a:ext cx="2450000" cy="4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90395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2925" y="1280759"/>
            <a:ext cx="829599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efficient and scalable solution for real-time weather data processing.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Streaming, HDFS, and MapReduce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distributed storage and fast processing.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accurate weather trend analysis and timely forecasting.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disaster preparedness, agricultural planning, and environmental monitoring.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through reliable real-time analytics.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use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big data technologies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weather data.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B78A499-A10B-1964-FF2B-15764B2F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9"/>
            <a:ext cx="4062270" cy="47126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7E3E331-02E3-7373-5BCE-248788A12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76643"/>
            <a:ext cx="745587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V.K. Jain,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and Hadoop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Khanna Publishing House, 2017.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Software Foundation,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Hadoop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Software Foundation.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 Digital Library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Research articles on Hadoop Streaming, MapReduce, Big Data Analytics, and Real-Time Weather Data Processing.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Digital Library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Research articles on Distributed Computing, Hadoop-Based Weather Forecasting, and Big Data Analytics.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Donald Miner and Adam Shook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Design Patterns: Building Effective Algorithms and Analytics for Hadoop and Other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O'Reilly Media, 2012.</a:t>
            </a:r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18187-342B-41F0-4007-369623DC5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</TotalTime>
  <Words>1279</Words>
  <Application>Microsoft Office PowerPoint</Application>
  <PresentationFormat>On-screen Show (16:9)</PresentationFormat>
  <Paragraphs>255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Calibri Light</vt:lpstr>
      <vt:lpstr>Courier New</vt:lpstr>
      <vt:lpstr>Times New Roman</vt:lpstr>
      <vt:lpstr>Office Theme</vt:lpstr>
      <vt:lpstr>Office 2013 - 2022 Theme</vt:lpstr>
      <vt:lpstr>Hadoop Streaming-Based Real-Time Weather Data Analytics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Dinnepati Prasad</cp:lastModifiedBy>
  <cp:revision>37</cp:revision>
  <dcterms:created xsi:type="dcterms:W3CDTF">2026-07-22T02:09:05Z</dcterms:created>
  <dcterms:modified xsi:type="dcterms:W3CDTF">2026-09-01T04:56:04Z</dcterms:modified>
</cp:coreProperties>
</file>