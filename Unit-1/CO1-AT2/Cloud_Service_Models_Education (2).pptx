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66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&amp; SaaS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8361" y="3197274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three cloud service models differ in control, cost, and use — and identify which model best fits common needs across a university's teaching, research, and administrative functions.</a:t>
            </a:r>
            <a:endParaRPr lang="en-US" sz="1500" dirty="0"/>
          </a:p>
        </p:txBody>
      </p:sp>
      <p:pic>
        <p:nvPicPr>
          <p:cNvPr id="9" name="Image 0" descr="icon_cloud_white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692640" y="4663440"/>
            <a:ext cx="1737360" cy="1737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89B73-5BE8-E672-4391-D151B1291EEA}"/>
              </a:ext>
            </a:extLst>
          </p:cNvPr>
          <p:cNvSpPr txBox="1"/>
          <p:nvPr/>
        </p:nvSpPr>
        <p:spPr>
          <a:xfrm>
            <a:off x="7592814" y="4925088"/>
            <a:ext cx="2099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G. Manobhi Ram</a:t>
            </a:r>
          </a:p>
          <a:p>
            <a:r>
              <a:rPr lang="en-US" dirty="0">
                <a:solidFill>
                  <a:schemeClr val="bg1"/>
                </a:solidFill>
              </a:rPr>
              <a:t>D. Sindhu prasad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Model Actually Provides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definitions — cloud computing delivers IT resources over the internet, differing by how much of the stack the provider manages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serv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virtualized computing resources — servers, storage, and networking — over the internet. The institution manages OS, runtime, and applications.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EC2, Azure VMs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_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720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ready-to-use platform (runtime, middleware, dev tools) for building and deploying applications, without managing servers or OS.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Google App Engine, Heroku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5280" y="169164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5320" y="20116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icon_ca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94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2753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75320" y="384048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complete, ready-to-use software applications over the internet. The provider manages everything — the user just logs in and uses it.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7532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Google Workspace, Zoom, Moodle Cloud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Who Manages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shifts the management boundary one layer higher up the 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45745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5745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4894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4894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4043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4043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2341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2341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1490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406390"/>
            <a:ext cx="24917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Networking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614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40614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0614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40614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40614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40614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406140" y="393192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06140" y="442341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40614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0614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17220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17220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17220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7220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72200" y="393192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172200" y="442341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172200" y="491490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172200" y="5406390"/>
            <a:ext cx="2583180" cy="43662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8938260" y="1463040"/>
            <a:ext cx="25831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938260" y="1463040"/>
            <a:ext cx="2583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938260" y="196596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938260" y="245745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938260" y="294894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938260" y="344043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8938260" y="393192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8938260" y="442341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8938260" y="491490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8938260" y="5406390"/>
            <a:ext cx="2583180" cy="436626"/>
          </a:xfrm>
          <a:prstGeom prst="rect">
            <a:avLst/>
          </a:prstGeom>
          <a:solidFill>
            <a:srgbClr val="9BB8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8640" y="6035040"/>
            <a:ext cx="274320" cy="228600"/>
          </a:xfrm>
          <a:prstGeom prst="rect">
            <a:avLst/>
          </a:prstGeom>
          <a:solidFill>
            <a:srgbClr val="9BB8E8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cloud provider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0" y="6035040"/>
            <a:ext cx="274320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institution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across the factors that matter most to a campus IT team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SaaS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Control level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Highest (full OS control)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Moderate (app-level only)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Lowest (configuration only)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Setup speed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Slower — build from VMs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Fast — deploy code directly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Instant — ready to use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Technical skill needed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High (sysadmin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Medium (developer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Low (end-user skills)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Typical campus use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Research computing, labs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Custom app / LMS development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Email, docs, video conferencing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Cost model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Pay-per-resource (compute/storage)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Pay-per-app/usage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Pay-per-user subscription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Higher Education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run three very different workloads — each maps naturally to a different service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computing → IaaS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194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need raw compute and storage for simulations, genomics, and data-intensive research — with full control over the software environment.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935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systems → PaaS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749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teams build and iterate on student portals, admissions systems, and LMS integrations quickly, without managing servers.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93776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480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operations → SaaS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53035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video conferencing, document collaboration, and HR/finance tools run reliably for thousands of staff and students with zero maintenance.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University: all three models, working together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icon_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134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 runs research workloads and elastic compute on Amazon Web Services (EC2 and S3), scaling infrastructure up during peak research and enrollment periods.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1" descr="icon_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313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student-facing applications are built and deployed on managed platform services, letting developers ship features without provisioning servers.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875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148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2" descr="icon_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3134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12480" y="34747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staff, and 100,000+ students use Google Workspace for Education for email, docs, and collaboration campus-wide.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publicly reported ASU cloud &amp; IT modernization initiatives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2638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8778240" cy="1463040"/>
          </a:xfrm>
          <a:prstGeom prst="roundRect">
            <a:avLst>
              <a:gd name="adj" fmla="val 6250"/>
            </a:avLst>
          </a:prstGeom>
          <a:solidFill>
            <a:srgbClr val="263875"/>
          </a:solidFill>
          <a:ln/>
        </p:spPr>
      </p:sp>
      <p:pic>
        <p:nvPicPr>
          <p:cNvPr id="5" name="Image 0" descr="icon_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3736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and SaaS aren't competitors — they're a spectrum of control versus convenience. The right choice depends on the task, not the technology trend.</a:t>
            </a:r>
            <a:endParaRPr lang="en-US" sz="1500" dirty="0"/>
          </a:p>
        </p:txBody>
      </p:sp>
      <p:pic>
        <p:nvPicPr>
          <p:cNvPr id="7" name="Image 1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649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337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gives educational institutions raw control — ideal for research computing.</a:t>
            </a:r>
            <a:endParaRPr lang="en-US" sz="1450" dirty="0"/>
          </a:p>
        </p:txBody>
      </p:sp>
      <p:pic>
        <p:nvPicPr>
          <p:cNvPr id="9" name="Image 2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9044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accelerates in-house application development without infrastructure overhead.</a:t>
            </a:r>
            <a:endParaRPr lang="en-US" sz="1450" dirty="0"/>
          </a:p>
        </p:txBody>
      </p:sp>
      <p:pic>
        <p:nvPicPr>
          <p:cNvPr id="11" name="Image 3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9884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44714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delivers everyday productivity tools with zero maintenance burden.</a:t>
            </a:r>
            <a:endParaRPr lang="en-US" sz="1450" dirty="0"/>
          </a:p>
        </p:txBody>
      </p:sp>
      <p:pic>
        <p:nvPicPr>
          <p:cNvPr id="13" name="Image 4" descr="icon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6577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50383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universities use a blend of all three, matched to workload needs.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for Higher Education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734</Words>
  <Application>Microsoft Office PowerPoint</Application>
  <PresentationFormat>Widescreen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Manobhi ram</cp:lastModifiedBy>
  <cp:revision>6</cp:revision>
  <dcterms:created xsi:type="dcterms:W3CDTF">2026-07-23T08:09:03Z</dcterms:created>
  <dcterms:modified xsi:type="dcterms:W3CDTF">2026-07-23T08:46:15Z</dcterms:modified>
</cp:coreProperties>
</file>